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EF04-17E9-91DE-9169-B49BF061D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7908C-200A-43A9-1B9D-D8E3025C2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1B8A-2774-C093-F19F-9FB15EB6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E1127-80C3-A4B4-914A-EB226456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5A138-AAB4-0C0C-FBDE-9157589E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56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5046-2E2D-D7E9-1822-9C57BD39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7E58E-D85E-4A28-689D-1F2F7B24E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40AC-132B-89AA-63BE-5FE961ED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204F6-B329-EAB4-4D0D-2ADDCFE98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DD66-9BE5-BACD-CC4B-24991D99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67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190F-7673-8E24-6382-A1C2532B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5A2B8-5683-7D2D-355C-5F0729BF6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B6178-0302-F6CB-76B4-1D0B8193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79AC3-49DF-7432-E4AA-F8618086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09943-4BE4-96F8-9116-82CE3879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23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1FDA-F3C4-5893-2764-D08205AE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4C84-0A24-02FA-12E5-147C53841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73079-FDDB-2854-8763-B235D86F3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CB771-4B5F-BAE0-7C94-C16BBE48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C612B-45FD-8191-F415-0E2215CF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668AB-D15D-A003-FB87-D782A49A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63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3F35-C188-D6B7-91CA-57FA0CA4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47F44-B502-0247-659A-FE8AA7D4E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36B58-848B-5FAC-B375-E3E65CC82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0BA27-8971-42C4-501D-72EA61E8D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71DF3-6177-3923-E353-BA5E7AC42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9E364-790F-D2CA-2296-324B298B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5EB9AE-0BB3-7CC9-1851-905195CA4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E822F8-B45D-1004-F5FF-9AB1BBAB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0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25DE-43ED-8B6F-CF21-45202B1C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46B75B-5E27-B8CE-98ED-F674C52C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A062-F6C0-3346-2508-04145A70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D41B2-9AA8-EA13-2220-1157D39B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09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57A55-5908-33CB-5764-B8D30188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62827-94D2-973F-4564-9F77CD05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A1C5C-0C75-B970-20BE-DE002501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55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936E-6E43-E628-BA13-2C0FD352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18C7-96B0-F135-58CA-A8807FBB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7F852-93FF-9C5E-2DAB-9CFD8D85E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18B3D-D041-8235-3505-F9F84546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695D9-012A-4BC1-88F9-10711BCE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77329-0587-21E6-49CD-D1B0C9A0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07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2A0B-4FB4-E9A6-EA79-2B9794096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6BEFF-4210-A14D-B49E-230BBD0E9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E7EDF-3681-66F1-FE65-B789DDA7D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52BE6-E9ED-6F27-2884-2F09E65C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196EF-CAC3-7294-821E-624EE260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3A3B1-6E58-653F-1ABA-E036918A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58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5162-54F4-D19F-38A0-527158ED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94AC2-97CD-C364-D1BC-FDDFB738D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F7C62-2463-8021-F069-073ABAA8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88762-F850-2753-6D8D-BF4FE2EA7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9F55B-AB2F-1E01-C409-AA37DC7F5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79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DEF9D-8E0E-AA1C-E70E-8E7272667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295D5-54A4-E65A-6FD1-EA90E3A32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E03E9-64B6-F6F4-716F-5FC42AB5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F9782-D70A-0F8A-14EA-11E9D1A7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C1E6D-BF3C-89AF-B40B-49ACBD39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01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1DB3C-7636-853D-DAF9-1640A8D0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F64F-C02A-3948-D1A0-AE03D8A0B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EFA53-F2D1-3DD9-456F-180A5769A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02470-3232-416A-8F55-2F98A4DD30FE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63D51-2AEF-FAD7-F970-A0B8810D6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8E8DB-8BC2-1DBE-0B34-E4AAA46FE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8AC9-ECC0-433D-A99D-55C2F81F0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54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7354-7351-12A9-1702-CD6DA5223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Why don’t our interventions work?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7D2A2-8004-AC18-B0CA-7CE625EE87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Complex systems?</a:t>
            </a:r>
          </a:p>
        </p:txBody>
      </p:sp>
    </p:spTree>
    <p:extLst>
      <p:ext uri="{BB962C8B-B14F-4D97-AF65-F5344CB8AC3E}">
        <p14:creationId xmlns:p14="http://schemas.microsoft.com/office/powerpoint/2010/main" val="236876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6EDD-6588-30A6-FA5E-538A20FD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01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59CDD-5BB7-A70A-26E4-18122886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697AF-F933-9D5D-D8EB-1C95CB9D2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963" y="858722"/>
            <a:ext cx="6854073" cy="514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43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D1F338-6579-B726-53B9-2E47FF9C7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08" y="202048"/>
            <a:ext cx="7817634" cy="586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8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84AE-0A58-B999-3264-32E2B6F1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862EEA-E1D9-080A-E625-F2598C621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91" y="438022"/>
            <a:ext cx="7655402" cy="574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4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EBCE-713C-833D-2C27-9478C122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4F3BF-4ACA-37E0-DB1F-BB137D9C2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72" y="202048"/>
            <a:ext cx="8319080" cy="623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7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A1DC6-57F5-6759-20F8-F0B812C3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BF9DB-1C29-9FD8-6CDD-0787D2EF0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920" y="1396667"/>
            <a:ext cx="5852172" cy="438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A3C90-15BC-6779-8D27-5825C94BB4E6}"/>
              </a:ext>
            </a:extLst>
          </p:cNvPr>
          <p:cNvSpPr txBox="1"/>
          <p:nvPr/>
        </p:nvSpPr>
        <p:spPr>
          <a:xfrm>
            <a:off x="1607574" y="540639"/>
            <a:ext cx="2140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Intervene on node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30D489-1AAE-E449-60E9-40D4F222A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4654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3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ABF7-CB19-7382-707A-79BA7B18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204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1E99-3E5B-7E27-E2B1-C73518043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53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8CB4A-3288-42C9-D4D9-22B460D4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81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61EE-2EFC-279B-3015-54151378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10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29D8-83FC-9582-81BF-E8BD6175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34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Why don’t our interventions work?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Allen</dc:creator>
  <cp:lastModifiedBy>James Allen</cp:lastModifiedBy>
  <cp:revision>2</cp:revision>
  <dcterms:created xsi:type="dcterms:W3CDTF">2026-03-17T18:02:31Z</dcterms:created>
  <dcterms:modified xsi:type="dcterms:W3CDTF">2026-03-17T18:17:26Z</dcterms:modified>
</cp:coreProperties>
</file>